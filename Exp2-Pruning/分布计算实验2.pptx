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开场说明：今天不讲完整剪枝理论，重点告诉大家如何拿到 Notebook、配置 GPU、填写代码、运行测试和提交。两条路线任选一种。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告诉学生：重点是补代码、跑实验和解释剪枝结果，而不是把整个工程重新实现一遍。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说明.ipynb无需转换成.py。学生在同一个文件内完成所有编程及问答。9道大题属于原Notebook评分而非本课程最终打分。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简短解释：细粒度剪枝把部分数值置零；通道剪枝使网络结构变窄。剪枝后的加速结果并不完全相同。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强调云端GPU非无限资源，国内访问可能受限。全班最好提前试运行。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课程示例文件原样运行需要CUDA；不建议无GPU同学直接在CPU上开跑。GPU要求并非高端计算卡，普通CUDA GPU通常够用，速度依配置而定。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学生先查显卡是否有NVIDIA GPU，没有的话应优先使用云GPU。软件地址：python.org、code.visualstudio.com。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这里给的是示意性的Windows PowerShell命令。若脚本权限受限，可用cmd激活 .venv\Scripts\activate.bat；PyTorch CUDA命令须以官网当前结果为准。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如出现False，优先检查PyTorch CUDA是否正确安装、驱动是否可见，以及VS Code选择的是否是目标虚拟环境。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学生如果无法访问Google，直接选国内云平台或本地，不要把访问问题变成实验评分障碍。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免费 GPU 可能无法分配到，T4只是示例，实际型号受配额和服务状态影响；如False检查是否切换运行时。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这是原始Q2细粒度剪枝代码占位符。只是展示位置，不在课堂直接公布答案。其他Q也有代码填写位置和文字问题。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指出Q5原文有明确目标：剪枝后稀疏模型理论大小约25%于稠密模型，finetuning后验证准确率超过92.5%。不是所有问题都只需填空。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特别说明：细粒度剪枝产生零权重，不保证标准GPU同等比例加速；通道剪枝通常更直接降低稠密计算量，但延迟受软件和硬件开销影响。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教师提前准备预训练VGG权重和CIFAR-10下载替代方法很重要。Notebook原文件使用hanlab18.mit.edu地址下载。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建议最终把运行完成的Notebook下载到本地，用VS Code/Jupyter打开检查输出是否在文件中。学生不必上传大规模数据集或模型参数，除非教师另外要求。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若课时较短，可以只要求Notebook；这里采用前面沟通过的Notebook+简要PDF，便于集中评分。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结束：提醒学生优先运行GPU检查和初始模型下载单元，有问题保留完整报错截图。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" y="731520"/>
            <a:ext cx="1188720" cy="914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1234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A7D8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856232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2 · Pruning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685800" y="3191256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D1DC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模型剪枝实验：本地 VS Code / Google Colab 操作指南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94944" y="4901184"/>
            <a:ext cx="1371600" cy="356616"/>
          </a:xfrm>
          <a:prstGeom prst="roundRect">
            <a:avLst>
              <a:gd name="adj" fmla="val 38462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4946904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课堂演示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4901184"/>
            <a:ext cx="1371600" cy="356616"/>
          </a:xfrm>
          <a:prstGeom prst="roundRect">
            <a:avLst>
              <a:gd name="adj" fmla="val 38462"/>
            </a:avLst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4946904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环境搭建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4901184"/>
            <a:ext cx="1371600" cy="356616"/>
          </a:xfrm>
          <a:prstGeom prst="roundRect">
            <a:avLst>
              <a:gd name="adj" fmla="val 38462"/>
            </a:avLst>
          </a:prstGeom>
          <a:solidFill>
            <a:srgbClr val="526282"/>
          </a:solidFill>
          <a:ln w="12700">
            <a:solidFill>
              <a:srgbClr val="5262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4946904"/>
            <a:ext cx="115214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作业提交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618134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5C2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基于课程提供的 Lab2.ipynb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今天讲清楚四件事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学生听完即可独立启动实验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084832"/>
            <a:ext cx="5230368" cy="1453896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95144"/>
            <a:ext cx="621792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600200" y="2313432"/>
            <a:ext cx="39319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这是什么实验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00200" y="284378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CIFAR-10 与 VGG 的模型剪枝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53912" y="2084832"/>
            <a:ext cx="5230368" cy="1453896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295144"/>
            <a:ext cx="621792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159752" y="2313432"/>
            <a:ext cx="39319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两种运行方式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159752" y="2843784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 VS Code + Jupyter / Colab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3840480"/>
            <a:ext cx="5230368" cy="1453896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50792"/>
            <a:ext cx="621792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600200" y="4069080"/>
            <a:ext cx="39319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在哪里改代码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00200" y="459943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找到题目、填空、逐单元运行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53912" y="3840480"/>
            <a:ext cx="5230368" cy="1453896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4050792"/>
            <a:ext cx="621792" cy="521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159752" y="4069080"/>
            <a:ext cx="393192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怎样交作业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159752" y="4599432"/>
            <a:ext cx="384048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包含代码、输出与问答的 Notebook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Lab2.ipynb 是什么？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Notebook = 教材说明 + 代码编辑器 + 运行结果 + 问答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21408"/>
            <a:ext cx="34747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121408"/>
            <a:ext cx="68580" cy="297180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2313432"/>
            <a:ext cx="308152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Markdown 说明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3816" y="2807208"/>
            <a:ext cx="3035808" cy="21396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每一节的实验原理、步骤、题目、提示和需要回答的问题。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52544" y="2121408"/>
            <a:ext cx="34747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2121408"/>
            <a:ext cx="68580" cy="29718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313432"/>
            <a:ext cx="308152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代码单元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72000" y="2807208"/>
            <a:ext cx="3035808" cy="21396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在指定位置补全代码；运行时可直接查看图像、打印信息和模型指标。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10728" y="2121408"/>
            <a:ext cx="34747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0728" y="2121408"/>
            <a:ext cx="68580" cy="2971800"/>
          </a:xfrm>
          <a:prstGeom prst="rect">
            <a:avLst/>
          </a:prstGeom>
          <a:solidFill>
            <a:srgbClr val="15996D"/>
          </a:solidFill>
          <a:ln w="12700">
            <a:solidFill>
              <a:srgbClr val="1599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2313432"/>
            <a:ext cx="308152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输出及实验回答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30184" y="2807208"/>
            <a:ext cx="3035808" cy="21396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运行结果保存在 Notebook 中；问题回答可写在对应文字单元格。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" y="564184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文件中共有 9 道主问题（100 分），106 个单元格。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实验主要做什么？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从稠密模型到稀疏模型，再到结构化通道剪枝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313432"/>
            <a:ext cx="2679192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8716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8986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基线模型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392424"/>
            <a:ext cx="2286000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加载 CIFAR-10 + 预训练 VGG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2696" y="3008376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474720" y="2313432"/>
            <a:ext cx="2679192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48716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57600" y="28986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Fine-grained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0" y="3392424"/>
            <a:ext cx="2286000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按权重大小进行稀疏化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63056" y="3008376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355080" y="2313432"/>
            <a:ext cx="2679192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48716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28986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3392424"/>
            <a:ext cx="2286000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微调剪枝模型，恢复精度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43416" y="3008376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235440" y="2313432"/>
            <a:ext cx="2679192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0" y="248716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18320" y="28986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Channel pruning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18320" y="3392424"/>
            <a:ext cx="2286000" cy="5760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删除通道并重新评估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919472"/>
            <a:ext cx="1353312" cy="356616"/>
          </a:xfrm>
          <a:prstGeom prst="roundRect">
            <a:avLst>
              <a:gd name="adj" fmla="val 38462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96519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accuracy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76272" y="4919472"/>
            <a:ext cx="1353312" cy="356616"/>
          </a:xfrm>
          <a:prstGeom prst="roundRect">
            <a:avLst>
              <a:gd name="adj" fmla="val 38462"/>
            </a:avLst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496519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sparsity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21608" y="4919472"/>
            <a:ext cx="1353312" cy="356616"/>
          </a:xfrm>
          <a:prstGeom prst="roundRect">
            <a:avLst>
              <a:gd name="adj" fmla="val 38462"/>
            </a:avLst>
          </a:prstGeom>
          <a:solidFill>
            <a:srgbClr val="526282"/>
          </a:solidFill>
          <a:ln w="12700">
            <a:solidFill>
              <a:srgbClr val="526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31336" y="496519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MACs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85232" y="4919472"/>
            <a:ext cx="1353312" cy="356616"/>
          </a:xfrm>
          <a:prstGeom prst="roundRect">
            <a:avLst>
              <a:gd name="adj" fmla="val 38462"/>
            </a:avLst>
          </a:prstGeom>
          <a:solidFill>
            <a:srgbClr val="15996D"/>
          </a:solidFill>
          <a:ln w="12700">
            <a:solidFill>
              <a:srgbClr val="1599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496519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latency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如何选择运行方式？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实验内容相同，区别是 GPU 来源与环境配置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084832"/>
            <a:ext cx="5303520" cy="3319272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084832"/>
            <a:ext cx="68580" cy="3319272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276856"/>
            <a:ext cx="491032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 A｜本地 VS Code + Jupyter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77824" y="2770632"/>
            <a:ext cx="4864608" cy="2487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适合：有 NVIDIA GPU 的同学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需要：Python、驱动、PyTorch、Jupyter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优点：可持续使用、调试方便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限制：首次配置环境可能较繁琐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2084832"/>
            <a:ext cx="5303520" cy="3319272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2084832"/>
            <a:ext cx="68580" cy="331927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276856"/>
            <a:ext cx="491032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 B｜Google Colab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55664" y="2770632"/>
            <a:ext cx="4864608" cy="2487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适合：本机没有合适 GPU 的同学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需要：能访问 Colab 的账号及网络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优点：无需本地安装 GPU 开发环境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限制：GPU 有配额、环境可能断开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574243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建议：可以自行选择，但必须提交相同格式的运行结果。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GPU 是必须的吗？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原始 Notebook 强制检查 CUDA，并直接调用 .cuda()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2029968"/>
            <a:ext cx="10789920" cy="1197864"/>
          </a:xfrm>
          <a:prstGeom prst="roundRect">
            <a:avLst>
              <a:gd name="adj" fmla="val 9160"/>
            </a:avLst>
          </a:prstGeom>
          <a:solidFill>
            <a:srgbClr val="101D34"/>
          </a:solidFill>
          <a:ln w="12700">
            <a:solidFill>
              <a:srgbClr val="101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12848"/>
            <a:ext cx="9966960" cy="868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E0F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assert torch.cuda.is_available()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E0F6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 = VGG().cuda()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04088" y="3547872"/>
            <a:ext cx="5166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3547872"/>
            <a:ext cx="68580" cy="178308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3739896"/>
            <a:ext cx="477316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23544" y="4233672"/>
            <a:ext cx="4727448" cy="9509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要有 NVIDIA 驱动及 CUDA 版 PyTorch；可先运行 nvidia-smi 检查。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9632" y="3547872"/>
            <a:ext cx="5166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3547872"/>
            <a:ext cx="68580" cy="17830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3739896"/>
            <a:ext cx="477316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Colab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19088" y="4233672"/>
            <a:ext cx="4727448" cy="9509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运行时选择 GPU（如可用的 T4）；确认 torch.cuda.is_available() 为 True。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本地路线｜第一步：准备软件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Windows 示例，推荐 Python 3.10 / 3.11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947672"/>
            <a:ext cx="526694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47672"/>
            <a:ext cx="68580" cy="169164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139696"/>
            <a:ext cx="487375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Python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77824" y="2633472"/>
            <a:ext cx="4828032" cy="8595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 Python；注意加入 PATH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947672"/>
            <a:ext cx="526694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947672"/>
            <a:ext cx="68580" cy="16916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139696"/>
            <a:ext cx="487375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VS Code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55664" y="2633472"/>
            <a:ext cx="4828032" cy="8595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安装编辑器并打开实验文件夹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3886200"/>
            <a:ext cx="526694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886200"/>
            <a:ext cx="68580" cy="169164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078224"/>
            <a:ext cx="487375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插件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77824" y="4572000"/>
            <a:ext cx="4828032" cy="8595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 Microsoft Python、Jupyter 扩展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36208" y="3886200"/>
            <a:ext cx="526694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3886200"/>
            <a:ext cx="68580" cy="16916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4078224"/>
            <a:ext cx="487375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显卡驱动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55664" y="4572000"/>
            <a:ext cx="4828032" cy="8595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终端执行 nvidia-smi，确认 GPU 识别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本地路线｜第二步：建立独立环境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VS Code → Terminal → New Terminal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10789920" cy="1993392"/>
          </a:xfrm>
          <a:prstGeom prst="roundRect">
            <a:avLst>
              <a:gd name="adj" fmla="val 6881"/>
            </a:avLst>
          </a:prstGeom>
          <a:solidFill>
            <a:srgbClr val="101D34"/>
          </a:solidFill>
          <a:ln w="12700">
            <a:solidFill>
              <a:srgbClr val="101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331720"/>
            <a:ext cx="10058400" cy="1444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venv .venv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.\.venv\Scripts\Activate.ps1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pip install jupyter ipykernel numpy matplotlib tqdm torchprofile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4443984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再从 PyTorch 官网按本机系统和 CUDA 选择安装命令：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992624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pytorch.org/get-started/locally/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56509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C4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不要误装 CPU-only 版本的 PyTorch。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本地路线｜第三步：检查 GPU 与打开文件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终端运行检查代码，通过后选中正确的 Notebook 内核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975104"/>
            <a:ext cx="10744200" cy="1417320"/>
          </a:xfrm>
          <a:prstGeom prst="roundRect">
            <a:avLst>
              <a:gd name="adj" fmla="val 7742"/>
            </a:avLst>
          </a:prstGeom>
          <a:solidFill>
            <a:srgbClr val="101D34"/>
          </a:solidFill>
          <a:ln w="12700">
            <a:solidFill>
              <a:srgbClr val="101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258568"/>
            <a:ext cx="9966960" cy="9509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-c "import torch; print(torch.cuda.is_available())"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预期输出：True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822192"/>
            <a:ext cx="393192" cy="356616"/>
          </a:xfrm>
          <a:prstGeom prst="roundRect">
            <a:avLst>
              <a:gd name="adj" fmla="val 38462"/>
            </a:avLst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867912"/>
            <a:ext cx="1737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07592" y="3822192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VS Code：文件 → 打开文件夹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4270248"/>
            <a:ext cx="393192" cy="356616"/>
          </a:xfrm>
          <a:prstGeom prst="roundRect">
            <a:avLst>
              <a:gd name="adj" fmla="val 38462"/>
            </a:avLst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315968"/>
            <a:ext cx="1737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07592" y="4270248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双击 Lab1.ipynb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" y="4718304"/>
            <a:ext cx="393192" cy="356616"/>
          </a:xfrm>
          <a:prstGeom prst="roundRect">
            <a:avLst>
              <a:gd name="adj" fmla="val 38462"/>
            </a:avLst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764024"/>
            <a:ext cx="1737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07592" y="4718304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右上角 Select Kernel → .venv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393192" cy="356616"/>
          </a:xfrm>
          <a:prstGeom prst="roundRect">
            <a:avLst>
              <a:gd name="adj" fmla="val 38462"/>
            </a:avLst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212080"/>
            <a:ext cx="17373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07592" y="5166360"/>
            <a:ext cx="9784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依次运行 Setup 和模型加载单元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Colab 路线｜第一步：上传文件并保存副本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访问 colab.research.google.com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2029968"/>
            <a:ext cx="10725912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267712"/>
            <a:ext cx="402336" cy="356616"/>
          </a:xfrm>
          <a:prstGeom prst="roundRect">
            <a:avLst>
              <a:gd name="adj" fmla="val 38462"/>
            </a:avLst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313432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72768" y="2176272"/>
            <a:ext cx="4096512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 Google 账号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15000" y="2212848"/>
            <a:ext cx="542239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 Colab 后进入“上传”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4944" y="3145536"/>
            <a:ext cx="10725912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3383280"/>
            <a:ext cx="402336" cy="356616"/>
          </a:xfrm>
          <a:prstGeom prst="roundRect">
            <a:avLst>
              <a:gd name="adj" fmla="val 38462"/>
            </a:avLst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429000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72768" y="3291840"/>
            <a:ext cx="4096512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 Lab1.ipynb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715000" y="3328416"/>
            <a:ext cx="542239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文件中直接包含全部题目与代码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4944" y="4261104"/>
            <a:ext cx="10725912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4498848"/>
            <a:ext cx="402336" cy="356616"/>
          </a:xfrm>
          <a:prstGeom prst="roundRect">
            <a:avLst>
              <a:gd name="adj" fmla="val 38462"/>
            </a:avLst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544568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72768" y="4407408"/>
            <a:ext cx="4096512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在云端硬盘中保存一份副本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15000" y="4443984"/>
            <a:ext cx="542239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重命名为 学号_姓名_Lab1.ipynb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2376" y="5733288"/>
            <a:ext cx="106070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C4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注意：Colab 需能够访问 Google 服务；校园网络环境可能不支持。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Colab 路线｜第二步：打开 GPU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Runtime → Change runtime type → Hardware accelerator → GPU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2185416"/>
            <a:ext cx="10634472" cy="1344168"/>
          </a:xfrm>
          <a:prstGeom prst="roundRect">
            <a:avLst>
              <a:gd name="adj" fmla="val 8844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487168"/>
            <a:ext cx="9985248" cy="6675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运行时 → 更改运行时类型 → 选择 T4 GPU（若可用）→ 保存 → 连接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3785616"/>
            <a:ext cx="10616184" cy="1325880"/>
          </a:xfrm>
          <a:prstGeom prst="roundRect">
            <a:avLst>
              <a:gd name="adj" fmla="val 6897"/>
            </a:avLst>
          </a:prstGeom>
          <a:solidFill>
            <a:srgbClr val="101D34"/>
          </a:solidFill>
          <a:ln w="12700">
            <a:solidFill>
              <a:srgbClr val="101D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032504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torch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print(torch.cuda.is_available(), torch.cuda.get_device_name(0))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" y="5596128"/>
            <a:ext cx="1060704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599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True 且显示 GPU 名称，就可以运行后续剪枝代码。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Notebook 到底在哪里填？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找到 YOUR CODE STARTS HERE / 题目提示，不要随意修改辅助代码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2048256"/>
            <a:ext cx="10698480" cy="1984248"/>
          </a:xfrm>
          <a:prstGeom prst="roundRect">
            <a:avLst>
              <a:gd name="adj" fmla="val 5530"/>
            </a:avLst>
          </a:prstGeom>
          <a:solidFill>
            <a:srgbClr val="101D34"/>
          </a:solidFill>
          <a:ln w="12700">
            <a:solidFill>
              <a:srgbClr val="101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331720"/>
            <a:ext cx="10113264" cy="1444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4F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################ YOUR CODE STARTS HERE ###############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4F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num_zeros = round(0)   # 这里需要修改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4F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importance = 0        # 这里需要实现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4F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threshold = 0         # 这里需要实现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4F3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mask = 0              # 这里需要实现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3232" y="4370832"/>
            <a:ext cx="5175504" cy="112471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4370832"/>
            <a:ext cx="68580" cy="1124712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562856"/>
            <a:ext cx="478231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代码题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32688" y="5056632"/>
            <a:ext cx="4736592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在对应代码单元格中补全实现。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9632" y="4370832"/>
            <a:ext cx="5175504" cy="1124712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4370832"/>
            <a:ext cx="68580" cy="112471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4562856"/>
            <a:ext cx="478231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问答题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19088" y="5056632"/>
            <a:ext cx="4736592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在题目下方 Markdown 单元格中作答。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按顺序完成 9 道大题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 Notebook 的题目安排（合计 100 分）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1947672"/>
            <a:ext cx="5166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057400"/>
            <a:ext cx="63093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066544"/>
            <a:ext cx="377647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权重直方图与剪枝动机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21224" y="2093976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2715768"/>
            <a:ext cx="5166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825496"/>
            <a:ext cx="63093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2834640"/>
            <a:ext cx="377647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Magnitude-based 剪枝实现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21224" y="2862072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" y="3483864"/>
            <a:ext cx="5166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3593592"/>
            <a:ext cx="63093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602736"/>
            <a:ext cx="377647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指定稀疏度剪枝实验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21224" y="3630168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" y="4251960"/>
            <a:ext cx="5166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361688"/>
            <a:ext cx="63093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370832"/>
            <a:ext cx="377647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敏感度曲线分析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21224" y="4398264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" y="5020056"/>
            <a:ext cx="5166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5129784"/>
            <a:ext cx="63093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138928"/>
            <a:ext cx="377647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各层稀疏度选择与微调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21224" y="5166360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91072" y="1947672"/>
            <a:ext cx="5166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2057400"/>
            <a:ext cx="63093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40880" y="2066544"/>
            <a:ext cx="377647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通道剪枝函数实现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799064" y="2093976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91072" y="2715768"/>
            <a:ext cx="5166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9944" y="2825496"/>
            <a:ext cx="63093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0880" y="2834640"/>
            <a:ext cx="377647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Frobenius 范数排序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799064" y="2862072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15分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91072" y="3483864"/>
            <a:ext cx="5166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9944" y="3593592"/>
            <a:ext cx="63093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0880" y="3602736"/>
            <a:ext cx="377647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MACs 与延迟解释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0799064" y="3630168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10分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91072" y="4251960"/>
            <a:ext cx="5166360" cy="612648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9944" y="4361688"/>
            <a:ext cx="630936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Q9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40880" y="4370832"/>
            <a:ext cx="3776472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两种剪枝方法比较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799064" y="4398264"/>
            <a:ext cx="50292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10分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实验输出重点看什么？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既要有数字，也要能解释原因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2112264"/>
            <a:ext cx="10671048" cy="694944"/>
          </a:xfrm>
          <a:prstGeom prst="roundRect">
            <a:avLst>
              <a:gd name="adj" fmla="val 10526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27685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Baseline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55264" y="227685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44184" y="2276856"/>
            <a:ext cx="5047488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未剪枝模型的基础精度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2376" y="2944368"/>
            <a:ext cx="10671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108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Fine-grained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55264" y="31089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Sparsity / Accuracy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44184" y="3108960"/>
            <a:ext cx="5047488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稀疏度提高是否会损失精度？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2376" y="3776472"/>
            <a:ext cx="10671048" cy="694944"/>
          </a:xfrm>
          <a:prstGeom prst="roundRect">
            <a:avLst>
              <a:gd name="adj" fmla="val 10526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394106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Fine-tuning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55264" y="394106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Accuracy after tuning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44184" y="3941064"/>
            <a:ext cx="5047488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微调是否恢复准确率？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2376" y="4608576"/>
            <a:ext cx="1067104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77316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Channel pruning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55264" y="477316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MACs / Latency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44184" y="4773168"/>
            <a:ext cx="5047488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计算量减少是否等于等比例加速？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788152"/>
            <a:ext cx="10698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不要只截图“运行成功”；关键图、数据和解释都应保留。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常见错误与处理方法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优先定位运行环境，再检查代码实现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75104"/>
            <a:ext cx="10661904" cy="612648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75688"/>
            <a:ext cx="32095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C45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CUDA available = False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97096" y="2084832"/>
            <a:ext cx="6931152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检查本地驱动 / CUDA PyTorch；Colab 是否选中 GPU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715768"/>
            <a:ext cx="10661904" cy="612648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16352"/>
            <a:ext cx="32095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 module named torchprofile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97096" y="2825496"/>
            <a:ext cx="6931152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在当前 Notebook 内核安装：%pip install torchprofile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456432"/>
            <a:ext cx="10661904" cy="612648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557016"/>
            <a:ext cx="32095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预训练模型下载失败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97096" y="3566160"/>
            <a:ext cx="6931152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检查网络；由教师提供可信的 .pth 文件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197096"/>
            <a:ext cx="10661904" cy="612648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97680"/>
            <a:ext cx="32095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NameError / 变量不存在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97096" y="4306824"/>
            <a:ext cx="6931152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检查是否按顺序执行，内核是否重启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937760"/>
            <a:ext cx="10661904" cy="612648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038344"/>
            <a:ext cx="320954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CUDA out of memory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97096" y="5047488"/>
            <a:ext cx="6931152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关闭占用显存的程序，重启内核或调整 batch size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提交前自检：确保老师能够复查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不要清除输出；下载后重新打开验证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202996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1016" y="2002536"/>
            <a:ext cx="98755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道题要求的代码、问答是否完成？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58952" y="276148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016" y="2734056"/>
            <a:ext cx="98755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Notebook 是否保留关键运行输出、图片和指标？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58952" y="349300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3465576"/>
            <a:ext cx="98755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是否记录 Fine-grained / Channel pruning 对比？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58952" y="422452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1016" y="4197096"/>
            <a:ext cx="98755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是否检查代码按顺序能运行，环境配置说明清晰？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58952" y="4956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1016" y="4928616"/>
            <a:ext cx="98755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下载后的 .ipynb 是否可以正常打开？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24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 1 / PRUNING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32104"/>
            <a:ext cx="11064240" cy="5577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最终作业提交要求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85216" y="1481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不区分运行平台，统一命名与评分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6492240"/>
            <a:ext cx="11018520" cy="0"/>
          </a:xfrm>
          <a:prstGeom prst="line">
            <a:avLst/>
          </a:prstGeom>
          <a:noFill/>
          <a:ln w="12700">
            <a:solidFill>
              <a:srgbClr val="DAE3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47104"/>
            <a:ext cx="91440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MIT 6.5940 EfficientML.ai  ·  Lab 1 Pruning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528816"/>
            <a:ext cx="502920" cy="1737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2057400"/>
            <a:ext cx="5349240" cy="2450592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057400"/>
            <a:ext cx="68580" cy="2450592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249424"/>
            <a:ext cx="495604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必交｜Notebook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86968" y="2743200"/>
            <a:ext cx="4910328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学号_姓名_Lab2.ipynb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包含：完成代码、运行结果、图片、题目回答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63056" y="2057400"/>
            <a:ext cx="5349240" cy="2450592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AE3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2057400"/>
            <a:ext cx="68580" cy="2450592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249424"/>
            <a:ext cx="4956048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建议｜实验报告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82512" y="2743200"/>
            <a:ext cx="4910328" cy="1618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学号_姓名_Lab2_Report.pdf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371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3—5 页：目标、方法、关键指标、结果分析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4088" y="4983480"/>
            <a:ext cx="10771632" cy="649224"/>
          </a:xfrm>
          <a:prstGeom prst="roundRect">
            <a:avLst>
              <a:gd name="adj" fmla="val 14085"/>
            </a:avLst>
          </a:prstGeom>
          <a:solidFill>
            <a:srgbClr val="E7EEFA"/>
          </a:solidFill>
          <a:ln w="12700">
            <a:solidFill>
              <a:srgbClr val="E7EE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512064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1D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统一打包：学号_姓名_Lab2.zip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" y="1536192"/>
            <a:ext cx="996696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开始实验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68096" y="2825496"/>
            <a:ext cx="10698480" cy="10241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D7E3F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拿到 Lab2.ipynb → 选择环境 → 确认 GPU → 填写与运行 → 提交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77240" y="4837176"/>
            <a:ext cx="10515600" cy="64008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257800"/>
            <a:ext cx="10698480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9CB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参考入口  |  colab.research.google.com  |  pytorch.org/get-started/locally/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4364</Words>
  <Application>WPS 演示</Application>
  <PresentationFormat>On-screen Show (16:9)</PresentationFormat>
  <Paragraphs>491</Paragraphs>
  <Slides>18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Pruning 实验操作与提交指南</dc:title>
  <dc:creator>课程实验教学</dc:creator>
  <dc:subject>MIT EfficientML Lab 1 Pruning</dc:subject>
  <cp:lastModifiedBy>17326136686</cp:lastModifiedBy>
  <cp:revision>6</cp:revision>
  <dcterms:created xsi:type="dcterms:W3CDTF">2026-10-26T00:46:00Z</dcterms:created>
  <dcterms:modified xsi:type="dcterms:W3CDTF">2026-10-26T05:32:40Z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1B5945CE0A864DD3A70409BBECED969A_12</vt:lpwstr>
  </property>
</Properties>
</file>